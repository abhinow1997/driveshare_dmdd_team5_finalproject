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B0604020202020204" charset="0"/>
      <p:regular r:id="rId11"/>
    </p:embeddedFont>
    <p:embeddedFont>
      <p:font typeface="Roboto Slab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79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99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13829" y="2804993"/>
            <a:ext cx="8602623" cy="57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DRIVESHARE MANAGEMENT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3771" y="3655576"/>
            <a:ext cx="13342858" cy="367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800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the guidance of Manuel D. Montrond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3771" y="4299228"/>
            <a:ext cx="2299216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Group No.: 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3771" y="4862393"/>
            <a:ext cx="2299216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Group Members: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3771" y="5425559"/>
            <a:ext cx="1334285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Abhinav Chandrakant Gangurde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3771" y="5926812"/>
            <a:ext cx="1334285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Akshay Veerabhadraiah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3771" y="6428065"/>
            <a:ext cx="1334285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Neha Suresh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3771" y="6929318"/>
            <a:ext cx="1334285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 Shailesh Raut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3771" y="7430572"/>
            <a:ext cx="1334285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Venkata Sai Poojith Kotipalli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626" y="492323"/>
            <a:ext cx="447615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</a:t>
            </a:r>
            <a:r>
              <a:rPr lang="en-US" sz="385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Overview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26626" y="1409938"/>
            <a:ext cx="13377148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DriveShare Database System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designed to support a comprehensive ride-sharing platform that connects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riders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 owners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a centralized and efficient database. The system streamlines trip requests, car assignments, payments, and dispute resolution while maintaining secure role-based access and data integrity.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6626" y="2470666"/>
            <a:ext cx="13377148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To develop a scalable and structured database that enhances the functionality and user experience of a ride-sharing service by managing user roles, vehicle data, ride transactions, and financial reporting.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626" y="3531394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626" y="4019193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and role assignment for users (Rider, Driver, Renter)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626" y="4368284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 of cars, trip requests, and assignments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626" y="4717375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Handling of multiple payment methods including Card, Wallet, and Cash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626" y="5066467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invoice generation and dispute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626" y="5415558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Admin-level reporting and auditing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626" y="5903357"/>
            <a:ext cx="13377148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Purpose: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The primary goal is to improve operational efficiency and data accuracy for cab service providers, while ensuring affordability, accessibility, and income opportunities for all users in the DriveShare ecosystem.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626" y="6964085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626" y="7451884"/>
            <a:ext cx="13377148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40174"/>
            <a:ext cx="4002167" cy="500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E-R DIAGRAM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572095" y="7535108"/>
            <a:ext cx="13486209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1022561"/>
            <a:ext cx="7945119" cy="69093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277" y="543044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DEFINITION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1277" y="1456373"/>
            <a:ext cx="1324784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/ Base Tables for Managing DriveShare System.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97" y="2122646"/>
            <a:ext cx="6895743" cy="237005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636" y="2122646"/>
            <a:ext cx="6178868" cy="237005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97" y="4650700"/>
            <a:ext cx="13232606" cy="23700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1277" y="7371040"/>
            <a:ext cx="1324784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912" y="675739"/>
            <a:ext cx="5504140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Persistent Stored Modules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583" y="1647443"/>
            <a:ext cx="6471166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PROCEDURES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25912" y="2461498"/>
            <a:ext cx="6471166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AssignDriverToTrip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Assigns an available driver to a pending trip if they're in the same state, updating both trip status and driver availability.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5912" y="3096220"/>
            <a:ext cx="6471166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CompleteTrip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Marks a trip as completed and automatically generates an invoice with the trip's estimated distance and cost.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12" y="3946506"/>
            <a:ext cx="3364829" cy="316700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166" y="3946494"/>
            <a:ext cx="3307691" cy="3157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912" y="6380440"/>
            <a:ext cx="647116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5912" y="6827401"/>
            <a:ext cx="647116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540942" y="1656873"/>
            <a:ext cx="6471166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04C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540942" y="2461498"/>
            <a:ext cx="6471166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TRG_UpdateDriverLocation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Automatically updates the timestamp whenever a driver's location changes.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40942" y="3096220"/>
            <a:ext cx="6471166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TRG_Audit_DriverStatusChange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Creates audit records whenever a driver's availability status changes, tracking the history of status updates.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163" y="3902154"/>
            <a:ext cx="4022119" cy="321135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6993" y="3902154"/>
            <a:ext cx="3741175" cy="32113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40942" y="6380440"/>
            <a:ext cx="647116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507921"/>
            <a:ext cx="3578066" cy="447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9052" y="1132761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72095" y="1539360"/>
            <a:ext cx="6568559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vw_RegisteredUsersWithAdmin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Shows all registered users along with their assigned admin's details.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2095" y="2125980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vw_AdminUserCount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Displays each admin and how many users they manage.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2095" y="2443043"/>
            <a:ext cx="6568559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vw_ActiveDriversOverview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Provides a summary of active drivers with their status, ratings, and current location.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99" y="3089434"/>
            <a:ext cx="3609122" cy="2147579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177" y="5074087"/>
            <a:ext cx="3891023" cy="27322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2095" y="5074087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2095" y="5431750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27025" y="1068410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Defined Functions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97366" y="1427201"/>
            <a:ext cx="6568559" cy="68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CalculateGeohash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Converts latitude and longitude coordinates into a geohash string (a compact location code) by repeatedly dividing the coordinate space and encoding the result using a base32 character set.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89745" y="2164080"/>
            <a:ext cx="6568559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CalculateDistance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Uses the Haversine formula to calculate the distance in kilometers between two geographic points (pickup and dropoff locations) based on their latitude and longitude coordinates.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7366" y="2900958"/>
            <a:ext cx="6568559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CalculateTripCost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 simple function that calculates the cost of a trip by multiplying the distance by a fixed rate of $1.50 per kilometer.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025" y="3807617"/>
            <a:ext cx="3437692" cy="1717477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717" y="3750378"/>
            <a:ext cx="3001208" cy="1717477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366" y="5760898"/>
            <a:ext cx="6553319" cy="17174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97366" y="7363897"/>
            <a:ext cx="656855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19" name="Text 0"/>
          <p:cNvSpPr/>
          <p:nvPr/>
        </p:nvSpPr>
        <p:spPr>
          <a:xfrm>
            <a:off x="625912" y="445295"/>
            <a:ext cx="5504140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85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Views and UDFs</a:t>
            </a:r>
            <a:endParaRPr lang="en-US" sz="3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3050" y="46755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85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ENCRYPTION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5" y="1507021"/>
            <a:ext cx="5031263" cy="5453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095" y="7099340"/>
            <a:ext cx="645473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335441" y="1021437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35441" y="1330047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026831" y="1021437"/>
            <a:ext cx="7038976" cy="14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This script encrypts sensitive data (like passwords, emails, card details) in various tables using a symmetric key (</a:t>
            </a:r>
            <a:r>
              <a:rPr lang="en-US" sz="1400" dirty="0">
                <a:solidFill>
                  <a:srgbClr val="15213F"/>
                </a:solidFill>
                <a:highlight>
                  <a:srgbClr val="D7DFF4"/>
                </a:highlight>
                <a:latin typeface="Roboto" panose="020B0604020202020204" charset="0"/>
                <a:ea typeface="Roboto" panose="020B0604020202020204" charset="0"/>
                <a:cs typeface="Consolas" pitchFamily="34" charset="-120"/>
              </a:rPr>
              <a:t>DriveShareSymmetricKey</a:t>
            </a: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) and a certificate (</a:t>
            </a:r>
            <a:r>
              <a:rPr lang="en-US" sz="1400" dirty="0">
                <a:solidFill>
                  <a:srgbClr val="15213F"/>
                </a:solidFill>
                <a:highlight>
                  <a:srgbClr val="D7DFF4"/>
                </a:highlight>
                <a:latin typeface="Roboto" panose="020B0604020202020204" charset="0"/>
                <a:ea typeface="Roboto" panose="020B0604020202020204" charset="0"/>
                <a:cs typeface="Consolas" pitchFamily="34" charset="-120"/>
              </a:rPr>
              <a:t>DriveShareCert</a:t>
            </a: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) with AES_256 encryption. It replaces original columns with encrypted ones and renames them to keep schema consistent. The decryption script uses </a:t>
            </a:r>
            <a:r>
              <a:rPr lang="en-US" sz="1400" dirty="0">
                <a:solidFill>
                  <a:srgbClr val="15213F"/>
                </a:solidFill>
                <a:highlight>
                  <a:srgbClr val="D7DFF4"/>
                </a:highlight>
                <a:latin typeface="Roboto" panose="020B0604020202020204" charset="0"/>
                <a:ea typeface="Roboto" panose="020B0604020202020204" charset="0"/>
                <a:cs typeface="Consolas" pitchFamily="34" charset="-120"/>
              </a:rPr>
              <a:t>DecryptByKey()</a:t>
            </a: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 to retrieve readable values securely for admin or audit views. 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688" y="2255505"/>
            <a:ext cx="4665980" cy="48438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2095" y="13735764"/>
            <a:ext cx="645473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335441" y="7657862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335441" y="7966472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335441" y="8275082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335441" y="8583692"/>
            <a:ext cx="673036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954" y="7158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Visualization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453575"/>
            <a:ext cx="7048708" cy="541377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925" y="3599853"/>
            <a:ext cx="6356509" cy="388560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149" y="892969"/>
            <a:ext cx="5052060" cy="24836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037665" y="7654766"/>
            <a:ext cx="720340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396835" y="9184243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515</Words>
  <Application>Microsoft Office PowerPoint</Application>
  <PresentationFormat>Custom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Roboto</vt:lpstr>
      <vt:lpstr>Roboto Slab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AbhiNow</cp:lastModifiedBy>
  <cp:revision>8</cp:revision>
  <dcterms:created xsi:type="dcterms:W3CDTF">2025-04-14T21:07:30Z</dcterms:created>
  <dcterms:modified xsi:type="dcterms:W3CDTF">2025-04-14T21:24:16Z</dcterms:modified>
</cp:coreProperties>
</file>